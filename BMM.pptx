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3F4C27-866C-40E3-9DF0-2AD464BD47D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76B039-F55F-4496-9E06-D0E5AA208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72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6B039-F55F-4496-9E06-D0E5AA2087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043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6B039-F55F-4496-9E06-D0E5AA20877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85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649AE-86F6-4AB9-5B41-7C0240FB3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E25B1-0735-32CE-BF01-8BC28C92D2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C8122-5682-D227-5E8A-4D1A1151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605C-4B34-42EE-956A-8614809439C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560DC-B8A0-2CA7-ABDD-B4A4CA8DA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B34FC-E36B-3336-E8FA-E44B5ECC8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DAA9B-4E0C-4A62-B8F5-F8F1F6BB4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876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0BFFA-6D65-5F37-4ADA-7937D11B3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25E09-C0B1-D979-2136-2BB11F816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2686D-17F8-812E-7F4C-41083DAD6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605C-4B34-42EE-956A-8614809439C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63336-BB02-9865-6012-ED049DEAB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67B37-B9FF-3FFF-70A9-FD6D3B3BD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DAA9B-4E0C-4A62-B8F5-F8F1F6BB4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21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7CC4B-5871-BAB7-4095-5216E214E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87035-ED2F-27DA-39C6-E88DB907B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F6150-1860-7F28-EAA0-A91D6E50C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605C-4B34-42EE-956A-8614809439C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8C678-A5E1-36D8-F2FF-7443B16A9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34826-F2D2-560F-B7EA-EB8CE2D79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DAA9B-4E0C-4A62-B8F5-F8F1F6BB4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486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0D838-B656-0F47-34D2-0C348C3FE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8AEB3-B0A9-941D-4AF3-5B12FF3CCD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880FB-5B8F-5512-26EC-19F094AAB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7655C-1315-BD79-917C-00D6D537F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605C-4B34-42EE-956A-8614809439C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F37F4-6C6C-3E92-3B04-A81D0FB10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F8F9E-E418-E902-67D1-F58CF68D6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DAA9B-4E0C-4A62-B8F5-F8F1F6BB4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417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55CB8-6867-77D7-544E-C5250AB61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937EE-B4B8-3134-5E58-44FA76D7A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95766C-AB9B-6771-C405-6056F7013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1ABCC9-4119-0465-6127-05093A1736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3349A0-9B7A-8768-40A5-1682356391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4348F1-4F3E-C193-38C8-C080C0C36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605C-4B34-42EE-956A-8614809439C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57298-959F-55F2-F4EC-D887861E1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7603AA-0D74-1D51-66D2-B9FD8F4C7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DAA9B-4E0C-4A62-B8F5-F8F1F6BB4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975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E17DB-879E-9884-985A-3A0A50645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1D4C6E-95DA-BBCD-322F-A5915526D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605C-4B34-42EE-956A-8614809439C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4C615-EFCA-1861-212F-8E1D07FCA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97E131-52F2-0856-4CFF-E513ED0C0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DAA9B-4E0C-4A62-B8F5-F8F1F6BB4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170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BE9CB4-3C75-181B-74E6-872860CC1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605C-4B34-42EE-956A-8614809439C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97F107-32D6-1CB4-50C0-D760022A2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A7217-BD3D-C268-6000-29630B63F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DAA9B-4E0C-4A62-B8F5-F8F1F6BB4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435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B288C-B3AB-27CE-3497-8154C7188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E8C7C-8524-AB1E-98EC-7BB0141C9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CCA906-6A83-165D-99DC-CA61B7945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020D0-CC7F-3045-058F-416ADCC02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605C-4B34-42EE-956A-8614809439C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CFE0E9-AF88-2CD4-B592-EF9B3A9DD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FDF6A-3525-17DB-6CE8-319867CC0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DAA9B-4E0C-4A62-B8F5-F8F1F6BB4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56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F3F06-DAB4-C3ED-BC61-9C2208DCB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77E5C4-7241-9FCC-98A2-06CA222703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A49216-B04A-5650-2EE7-7DCB25F3F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375D2-03A0-EA69-D761-31C983D2B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605C-4B34-42EE-956A-8614809439C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CB259-4308-51A1-C111-7393DB980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E3801-DAA7-F500-37FF-18CBACBCD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DAA9B-4E0C-4A62-B8F5-F8F1F6BB4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28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618B1-C022-6390-43C3-C73B53014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796950-5700-8617-81CA-F26AFF857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7AA9D-4EB5-41B0-3829-4C58D975D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605C-4B34-42EE-956A-8614809439C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DBD3E-FAE0-86E6-174D-D632E36A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96F1D-118E-93A9-E063-3926E9866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DAA9B-4E0C-4A62-B8F5-F8F1F6BB4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699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F771F7-EE86-FA44-6A7B-19B05016A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71778-A5B2-42C4-A58A-0E1BEB3A3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DE4BC-157A-A874-D79A-700E17C80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605C-4B34-42EE-956A-8614809439C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752B4-B97A-2948-9D74-0AA4EAECE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D0E41-CC78-F529-AA10-A65DAD233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DAA9B-4E0C-4A62-B8F5-F8F1F6BB4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785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AA6879-D8EB-30E6-16CA-3CA151FCB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E18556-3F9D-1F55-C5D4-F079FEC54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B736D-FCD0-8706-8F4B-1F54FABBD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0A605C-4B34-42EE-956A-8614809439C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2E0F5-4F5D-A260-DB13-CF45BA947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6DAE3-43A0-0234-AA93-9306930C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4DAA9B-4E0C-4A62-B8F5-F8F1F6BB4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438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192E23-E323-1FA8-9E2E-B2865DFE5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90499"/>
            <a:ext cx="12192000" cy="16675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97DFBE-CBB2-8BFE-DC42-4A29DBAD3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14" y="141546"/>
            <a:ext cx="2292329" cy="22776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8EF692-6A6B-3621-FACD-9B47C2618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5743" y="259610"/>
            <a:ext cx="9553544" cy="6654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E75729-033C-F7D7-65D2-9FADF46370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7865" y="1051705"/>
            <a:ext cx="9658158" cy="15639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9610B4-DB9F-64DA-8C78-29175FD22F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7534" y="2638445"/>
            <a:ext cx="8054606" cy="320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366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703D3-57F7-445E-7DCC-541AA65A9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1A189E-0B5E-B4E8-1D31-0F97E904B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90499"/>
            <a:ext cx="12192000" cy="16675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238874-0CD6-D0EB-D90E-1D9CECD95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90" y="314768"/>
            <a:ext cx="9686925" cy="933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586B6E-855E-5149-8FC8-05810C5CC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835" y="1390085"/>
            <a:ext cx="9686925" cy="8990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C2190B-5FD2-3C9B-6635-36FB7FA5F9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090" y="2391608"/>
            <a:ext cx="3248124" cy="43544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3B5905D-0D9A-F53F-A1E0-0907204B4B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8304" y="2729065"/>
            <a:ext cx="3910484" cy="213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649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5FE8C-2533-FDFB-C8D7-A87C6AB48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7C6882-9F00-FA47-8920-C2C6C8679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90499"/>
            <a:ext cx="12192000" cy="16675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920AB95-E061-42BF-6063-53D1BFA8B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972" y="497182"/>
            <a:ext cx="6076950" cy="5076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7A666C-1BE8-D300-B40A-739A2F3B0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2090" y="587559"/>
            <a:ext cx="3934710" cy="3993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A2F064-0DDE-1ABB-9570-FB1E653BE9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3056" y="1315740"/>
            <a:ext cx="4043744" cy="8898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610090-6B84-4224-0FE7-F87A2ACC06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3509" y="2376231"/>
            <a:ext cx="4793179" cy="115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268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95B3B-EA5A-685D-B665-B0C293BB8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B52C32-065E-821A-3D69-E6F24EE7C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90499"/>
            <a:ext cx="12192000" cy="16675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18184D-9FE6-09BC-1CFA-A92F0A481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6519" y="0"/>
            <a:ext cx="46789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566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BD6A6-0758-600B-193F-32220EA52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57004F-2928-796F-6958-CEB663EC3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90499"/>
            <a:ext cx="12192000" cy="16675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429A6E-3DFF-FF3D-9E83-B082CA30C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409575"/>
            <a:ext cx="8686800" cy="30194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2D396-D8D1-8443-CB54-51A92F843F5B}"/>
              </a:ext>
            </a:extLst>
          </p:cNvPr>
          <p:cNvSpPr txBox="1"/>
          <p:nvPr/>
        </p:nvSpPr>
        <p:spPr>
          <a:xfrm>
            <a:off x="1752600" y="3618648"/>
            <a:ext cx="81419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4400" b="1" dirty="0">
                <a:solidFill>
                  <a:srgbClr val="0070C0"/>
                </a:solidFill>
              </a:rPr>
              <a:t>ทางขึ้นด้านด่านเจ้าพ่อเขาใหญ่  จ. นครราชสีมา</a:t>
            </a:r>
            <a:endParaRPr lang="en-US" sz="4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2507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9F002-4BEA-805B-95B3-9A1D83155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37CD50-7AED-456C-93CD-91E395C69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90499"/>
            <a:ext cx="12192000" cy="16675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680E4F-FE91-6B63-9CB5-61104E5BD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837" y="241780"/>
            <a:ext cx="9458325" cy="45243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63E587-7162-FA1F-0C12-238B29ACA276}"/>
              </a:ext>
            </a:extLst>
          </p:cNvPr>
          <p:cNvSpPr txBox="1"/>
          <p:nvPr/>
        </p:nvSpPr>
        <p:spPr>
          <a:xfrm>
            <a:off x="2667000" y="4805778"/>
            <a:ext cx="65533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4400" b="1" dirty="0">
                <a:solidFill>
                  <a:srgbClr val="0070C0"/>
                </a:solidFill>
              </a:rPr>
              <a:t>ทางขึ้นด้านด่านเนินหอม จ. ปราจีนบุรี</a:t>
            </a:r>
            <a:endParaRPr lang="en-US" sz="4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786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045F3-75E5-2069-74D7-44377EE03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BF3DDB-60DE-D9BA-5327-D01491DA7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90499"/>
            <a:ext cx="12192000" cy="16675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AAC0CF-2A71-38A5-F353-17BEE6A12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8" y="71437"/>
            <a:ext cx="6141736" cy="34446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9E0E06-7D9A-62ED-F4B8-7607AC389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857" y="1050166"/>
            <a:ext cx="6487205" cy="493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759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33828-B567-222B-25DC-AE59975C0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093F50-1636-154A-7DDD-06D077229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90499"/>
            <a:ext cx="12192000" cy="166750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1789385-8473-8352-F64C-8781F2D3DF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678962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FDF0C8-C7EF-37AD-E4D3-3DA0C4DA2CC1}"/>
              </a:ext>
            </a:extLst>
          </p:cNvPr>
          <p:cNvSpPr txBox="1"/>
          <p:nvPr/>
        </p:nvSpPr>
        <p:spPr>
          <a:xfrm>
            <a:off x="5531667" y="497941"/>
            <a:ext cx="5758308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th-TH" dirty="0"/>
              <a:t>จุดทางขึ้น ด่านศาลเจ้าพ่อเขาใหญ่ คนนิยมจอดไปไหว้</a:t>
            </a:r>
          </a:p>
          <a:p>
            <a:pPr marL="342900" indent="-342900">
              <a:buFont typeface="+mj-lt"/>
              <a:buAutoNum type="arabicPeriod"/>
            </a:pPr>
            <a:r>
              <a:rPr lang="th-TH" dirty="0"/>
              <a:t>จุดทางขึ้น เนินหอม (คนน้อยกว่ามาก)</a:t>
            </a:r>
          </a:p>
          <a:p>
            <a:pPr marL="342900" indent="-342900">
              <a:buFont typeface="+mj-lt"/>
              <a:buAutoNum type="arabicPeriod"/>
            </a:pPr>
            <a:r>
              <a:rPr lang="th-TH" dirty="0"/>
              <a:t>จุดชมวิว (สัญลักษณ์มรดกโลก)  ลิงเยอะ คนจอดรถเยอะ ที่จอดรถค่อนข้างเยอะ</a:t>
            </a:r>
          </a:p>
          <a:p>
            <a:pPr marL="342900" indent="-342900">
              <a:buFont typeface="+mj-lt"/>
              <a:buAutoNum type="arabicPeriod"/>
            </a:pPr>
            <a:r>
              <a:rPr lang="th-TH" dirty="0"/>
              <a:t>หอดูสัตว์หนองผักชี (ที่จอดรถ เดินเท้าไปหอดูสัตว์)</a:t>
            </a:r>
          </a:p>
          <a:p>
            <a:pPr marL="342900" indent="-342900">
              <a:buFont typeface="+mj-lt"/>
              <a:buAutoNum type="arabicPeriod"/>
            </a:pPr>
            <a:r>
              <a:rPr lang="th-TH" dirty="0"/>
              <a:t>จุดบริการข้อมูลนักท่องเที่ยว ติดต่อที่กาง</a:t>
            </a:r>
            <a:r>
              <a:rPr lang="th-TH" dirty="0" err="1"/>
              <a:t>เต๊น์</a:t>
            </a:r>
            <a:r>
              <a:rPr lang="th-TH" dirty="0"/>
              <a:t> ห้องพัก ร้านอาหาร  ที่จอดรถไม่ค่อยพอ</a:t>
            </a:r>
          </a:p>
          <a:p>
            <a:pPr marL="342900" indent="-342900">
              <a:buFont typeface="+mj-lt"/>
              <a:buAutoNum type="arabicPeriod"/>
            </a:pPr>
            <a:r>
              <a:rPr lang="th-TH" dirty="0"/>
              <a:t>จุดกางเต็นท์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th-TH" dirty="0"/>
              <a:t>ใกล้อ่างเก็บน้ำสายศร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th-TH" dirty="0"/>
              <a:t>จุดลำตะคอง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th-TH" dirty="0"/>
              <a:t>จุดผากล้วยไม้</a:t>
            </a:r>
          </a:p>
          <a:p>
            <a:pPr marL="342900" indent="-342900">
              <a:buFont typeface="+mj-lt"/>
              <a:buAutoNum type="arabicPeriod"/>
            </a:pPr>
            <a:r>
              <a:rPr lang="th-TH" dirty="0"/>
              <a:t>น้ำตกเหวนรก  ทางผ่านมักพบช้างป่า</a:t>
            </a:r>
          </a:p>
          <a:p>
            <a:pPr marL="342900" indent="-342900">
              <a:buFont typeface="+mj-lt"/>
              <a:buAutoNum type="arabicPeriod"/>
            </a:pPr>
            <a:r>
              <a:rPr lang="th-TH" dirty="0"/>
              <a:t>น้ำตกเหวสุวัต</a:t>
            </a:r>
          </a:p>
          <a:p>
            <a:pPr marL="342900" indent="-342900">
              <a:buFont typeface="+mj-lt"/>
              <a:buAutoNum type="arabicPeriod"/>
            </a:pPr>
            <a:r>
              <a:rPr lang="th-TH" dirty="0"/>
              <a:t>ผากล้วยไม้</a:t>
            </a:r>
          </a:p>
          <a:p>
            <a:pPr marL="342900" indent="-342900">
              <a:buFont typeface="+mj-lt"/>
              <a:buAutoNum type="arabicPeriod"/>
            </a:pPr>
            <a:r>
              <a:rPr lang="th-TH" dirty="0"/>
              <a:t>ผาเดียวดาย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016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FA42F-FBA7-ACC7-BDA6-7809B5BB5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00F2BE-BA64-1444-D6C8-584B71F6E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90499"/>
            <a:ext cx="12192000" cy="16675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64042B-1500-83BF-DF09-120B5ABDA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84" y="0"/>
            <a:ext cx="103704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773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CF17-E0AD-4A3D-C1A6-1373AA361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0C4F35-EDDF-F1DB-9BB1-A141D09C0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90499"/>
            <a:ext cx="12192000" cy="16675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620B5E-9696-D21D-5EA9-75F960A88339}"/>
              </a:ext>
            </a:extLst>
          </p:cNvPr>
          <p:cNvSpPr txBox="1"/>
          <p:nvPr/>
        </p:nvSpPr>
        <p:spPr>
          <a:xfrm>
            <a:off x="967563" y="882502"/>
            <a:ext cx="10160154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800" dirty="0"/>
              <a:t>จากการสังเกตเมื่อ </a:t>
            </a:r>
            <a:r>
              <a:rPr lang="en-US" sz="2800" dirty="0"/>
              <a:t>31 </a:t>
            </a:r>
            <a:r>
              <a:rPr lang="th-TH" sz="2800" dirty="0"/>
              <a:t>ธค. </a:t>
            </a:r>
            <a:r>
              <a:rPr lang="en-US" sz="2800" dirty="0"/>
              <a:t>68 (</a:t>
            </a:r>
            <a:r>
              <a:rPr lang="th-TH" sz="2800" dirty="0"/>
              <a:t>เปิดเข้าฟรี)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h-TH" sz="2800" dirty="0"/>
              <a:t>คนเข้ามาก แต่แถวไม่ยาว เนื่องจากไม่ต้องมีการหยุดชำระค่าเข้า แค่แจ้งจำนวน (จนท. จดบันทึก)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h-TH" sz="2800" dirty="0"/>
              <a:t>จุดชมวิว รถจอดมากเหมือนทุกครั้ง ที่จอดมีมาก พอสำหรับช่วงปกติ ช่วงเทศกาลต้องชะลอหาที่จอด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h-TH" sz="2800" dirty="0"/>
              <a:t>จุดบริการข้อมูลนักท่องเที่ยว ปกติที่จอดรถค่อนข้างพอ ช่วงเทศกาลจอดจนล้นออกมาจอดริมทาง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h-TH" sz="2800" dirty="0"/>
              <a:t>เคยพบปัญหาสัตว์ โดยเฉพาะลิงที่แย่งอาหาร นทท.  และ นทท. ต่างชาติให้อาหารลิง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th-TH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h-TH" sz="2800" dirty="0"/>
              <a:t>การ </a:t>
            </a:r>
            <a:r>
              <a:rPr lang="en-US" sz="2800" dirty="0"/>
              <a:t>alert </a:t>
            </a:r>
            <a:r>
              <a:rPr lang="th-TH" sz="2800" dirty="0"/>
              <a:t>นทท. ผ่าน </a:t>
            </a:r>
            <a:r>
              <a:rPr lang="en-US" sz="2800" dirty="0"/>
              <a:t>App </a:t>
            </a:r>
            <a:r>
              <a:rPr lang="th-TH" sz="2800" dirty="0"/>
              <a:t>(ยังไม่มี)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36354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1830</TotalTime>
  <Words>233</Words>
  <Application>Microsoft Office PowerPoint</Application>
  <PresentationFormat>Widescreen</PresentationFormat>
  <Paragraphs>24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Sompol Chaimongkhon</dc:creator>
  <cp:lastModifiedBy>Sompol Chaimongkhon</cp:lastModifiedBy>
  <cp:revision>3</cp:revision>
  <dcterms:created xsi:type="dcterms:W3CDTF">2026-01-05T08:20:32Z</dcterms:created>
  <dcterms:modified xsi:type="dcterms:W3CDTF">2026-01-14T04:14:11Z</dcterms:modified>
</cp:coreProperties>
</file>